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442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88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9421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87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572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787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922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097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12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158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2074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749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36675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7559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551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171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FAACE2-DAE5-C472-5F23-1641D46B9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94D66E-0178-6F47-B71F-8192183B33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84DB27-498C-8E15-549C-D69DDDF82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FEC215B-8AFF-51E9-BC71-7B22F7AAB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B721E7-1EDA-23E4-DC0D-C7B151F5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552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40480-50CD-44C3-8149-951A5B3174CD}" type="datetimeFigureOut">
              <a:rPr lang="zh-CN" altLang="en-US" smtClean="0"/>
              <a:t>2026/3/21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0727B49-D5F8-4861-86CA-547424A0FB6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0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56B60-E678-EDC1-2F8B-3BE86B5FC1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/>
              <a:t>基于 </a:t>
            </a:r>
            <a:r>
              <a:rPr lang="en-US" altLang="zh-CN"/>
              <a:t>Spring Boot </a:t>
            </a:r>
            <a:r>
              <a:rPr lang="zh-CN" altLang="en-US"/>
              <a:t>的奇幻动物园预约管理系统的设计与实现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1545204-3487-3091-2371-EE88D13BD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中期答辩汇报</a:t>
            </a:r>
          </a:p>
          <a:p>
            <a:r>
              <a:rPr lang="zh-CN" altLang="en-US"/>
              <a:t>可补充：姓名 </a:t>
            </a:r>
            <a:r>
              <a:rPr lang="en-US" altLang="zh-CN"/>
              <a:t>/ </a:t>
            </a:r>
            <a:r>
              <a:rPr lang="zh-CN" altLang="en-US"/>
              <a:t>学号 </a:t>
            </a:r>
            <a:r>
              <a:rPr lang="en-US" altLang="zh-CN"/>
              <a:t>/ </a:t>
            </a:r>
            <a:r>
              <a:rPr lang="zh-CN" altLang="en-US"/>
              <a:t>专业班级 </a:t>
            </a:r>
            <a:r>
              <a:rPr lang="en-US" altLang="zh-CN"/>
              <a:t>/ </a:t>
            </a:r>
            <a:r>
              <a:rPr lang="zh-CN" altLang="en-US"/>
              <a:t>指导教师 </a:t>
            </a:r>
            <a:r>
              <a:rPr lang="en-US" altLang="zh-CN"/>
              <a:t>/ </a:t>
            </a:r>
            <a:r>
              <a:rPr lang="zh-CN" altLang="en-US"/>
              <a:t>日期</a:t>
            </a:r>
          </a:p>
        </p:txBody>
      </p:sp>
    </p:spTree>
    <p:extLst>
      <p:ext uri="{BB962C8B-B14F-4D97-AF65-F5344CB8AC3E}">
        <p14:creationId xmlns:p14="http://schemas.microsoft.com/office/powerpoint/2010/main" val="1797500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FAB844-4AAF-20DC-9F93-1E268CA4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课题背景与研究目标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A717E0-ECBF-EA53-8B0C-AA07D091F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面向动物园线上服务场景，解决信息分散、预约效率低、互动能力弱等问题。</a:t>
            </a:r>
          </a:p>
          <a:p>
            <a:r>
              <a:rPr lang="zh-CN" altLang="en-US"/>
              <a:t>构建一个集信息展示、预约购票、社区互动和后台管理于一体的平台。</a:t>
            </a:r>
          </a:p>
          <a:p>
            <a:r>
              <a:rPr lang="zh-CN" altLang="en-US"/>
              <a:t>提升游客获取信息、在线预约和园区管理的效率。</a:t>
            </a:r>
          </a:p>
        </p:txBody>
      </p:sp>
    </p:spTree>
    <p:extLst>
      <p:ext uri="{BB962C8B-B14F-4D97-AF65-F5344CB8AC3E}">
        <p14:creationId xmlns:p14="http://schemas.microsoft.com/office/powerpoint/2010/main" val="1569729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1296AC-1788-9357-007F-87AE3461B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系统总体设计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AE5666C-2585-CD0E-AEDD-507565953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架构：前后端分离。</a:t>
            </a:r>
          </a:p>
          <a:p>
            <a:r>
              <a:rPr lang="zh-CN" altLang="en-US"/>
              <a:t>前端：</a:t>
            </a:r>
            <a:r>
              <a:rPr lang="en-US" altLang="zh-CN"/>
              <a:t>Vue3</a:t>
            </a:r>
            <a:r>
              <a:rPr lang="zh-CN" altLang="en-US"/>
              <a:t>、</a:t>
            </a:r>
            <a:r>
              <a:rPr lang="en-US" altLang="zh-CN"/>
              <a:t>Vite</a:t>
            </a:r>
            <a:r>
              <a:rPr lang="zh-CN" altLang="en-US"/>
              <a:t>、</a:t>
            </a:r>
            <a:r>
              <a:rPr lang="en-US" altLang="zh-CN"/>
              <a:t>Element Plus</a:t>
            </a:r>
            <a:r>
              <a:rPr lang="zh-CN" altLang="en-US"/>
              <a:t>、</a:t>
            </a:r>
            <a:r>
              <a:rPr lang="en-US" altLang="zh-CN"/>
              <a:t>Pinia</a:t>
            </a:r>
            <a:r>
              <a:rPr lang="zh-CN" altLang="en-US"/>
              <a:t>、</a:t>
            </a:r>
            <a:r>
              <a:rPr lang="en-US" altLang="zh-CN"/>
              <a:t>Vue Router</a:t>
            </a:r>
            <a:r>
              <a:rPr lang="zh-CN" altLang="en-US"/>
              <a:t>。</a:t>
            </a:r>
          </a:p>
          <a:p>
            <a:r>
              <a:rPr lang="zh-CN" altLang="en-US"/>
              <a:t>后端：</a:t>
            </a:r>
            <a:r>
              <a:rPr lang="en-US" altLang="zh-CN"/>
              <a:t>Spring Boot</a:t>
            </a:r>
            <a:r>
              <a:rPr lang="zh-CN" altLang="en-US"/>
              <a:t>、</a:t>
            </a:r>
            <a:r>
              <a:rPr lang="en-US" altLang="zh-CN"/>
              <a:t>MyBatis-Plus</a:t>
            </a:r>
            <a:r>
              <a:rPr lang="zh-CN" altLang="en-US"/>
              <a:t>、</a:t>
            </a:r>
            <a:r>
              <a:rPr lang="en-US" altLang="zh-CN"/>
              <a:t>Sa-Token</a:t>
            </a:r>
            <a:r>
              <a:rPr lang="zh-CN" altLang="en-US"/>
              <a:t>、</a:t>
            </a:r>
            <a:r>
              <a:rPr lang="en-US" altLang="zh-CN"/>
              <a:t>MySQL</a:t>
            </a:r>
            <a:r>
              <a:rPr lang="zh-CN" altLang="en-US"/>
              <a:t>。</a:t>
            </a:r>
          </a:p>
          <a:p>
            <a:r>
              <a:rPr lang="zh-CN" altLang="en-US"/>
              <a:t>扩展能力：文件上传、富文本编辑、二维码支付模拟、定时任务、</a:t>
            </a:r>
            <a:r>
              <a:rPr lang="en-US" altLang="zh-CN"/>
              <a:t>AI </a:t>
            </a:r>
            <a:r>
              <a:rPr lang="zh-CN" altLang="en-US"/>
              <a:t>问答接口。</a:t>
            </a:r>
          </a:p>
          <a:p>
            <a:r>
              <a:rPr lang="zh-CN" altLang="en-US"/>
              <a:t>角色：普通用户与管理员。</a:t>
            </a:r>
          </a:p>
        </p:txBody>
      </p:sp>
    </p:spTree>
    <p:extLst>
      <p:ext uri="{BB962C8B-B14F-4D97-AF65-F5344CB8AC3E}">
        <p14:creationId xmlns:p14="http://schemas.microsoft.com/office/powerpoint/2010/main" val="214413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E1B4-1621-A864-B577-E7DE68110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目前已完成的核心功能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32AC1F-9864-D57A-B80F-72E460DF4E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用户与权限：注册、登录、退出登录、个人信息、密码修改。</a:t>
            </a:r>
          </a:p>
          <a:p>
            <a:r>
              <a:rPr lang="zh-CN" altLang="en-US"/>
              <a:t>信息展示：动物分类、动物信息、动物地点、公告、轮播图、生态保护资讯。</a:t>
            </a:r>
          </a:p>
          <a:p>
            <a:r>
              <a:rPr lang="zh-CN" altLang="en-US"/>
              <a:t>预约业务：门票管理、在线预约下单、订单查询与取消、库存联动。</a:t>
            </a:r>
          </a:p>
          <a:p>
            <a:r>
              <a:rPr lang="zh-CN" altLang="en-US"/>
              <a:t>社区互动：发帖、评论、点赞、收藏、举报。</a:t>
            </a:r>
          </a:p>
          <a:p>
            <a:r>
              <a:rPr lang="zh-CN" altLang="en-US"/>
              <a:t>内容扩展：旅游景点、旅游攻略、攻略分类与发布。</a:t>
            </a:r>
          </a:p>
        </p:txBody>
      </p:sp>
    </p:spTree>
    <p:extLst>
      <p:ext uri="{BB962C8B-B14F-4D97-AF65-F5344CB8AC3E}">
        <p14:creationId xmlns:p14="http://schemas.microsoft.com/office/powerpoint/2010/main" val="4037451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7D1A82-1403-9813-6E6E-C8E20FDC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前台已完成页面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6EA22E-A622-3FA1-9C26-D785C4707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首页：轮播图、热门动物、热门帖子。</a:t>
            </a:r>
          </a:p>
          <a:p>
            <a:r>
              <a:rPr lang="zh-CN" altLang="en-US"/>
              <a:t>动物与地点：列表页、详情页、地图展示。</a:t>
            </a:r>
          </a:p>
          <a:p>
            <a:r>
              <a:rPr lang="zh-CN" altLang="en-US"/>
              <a:t>社区：帖子列表、帖子详情、发帖、我的帖子、我的评论、我的点赞、我的收藏。</a:t>
            </a:r>
          </a:p>
          <a:p>
            <a:r>
              <a:rPr lang="zh-CN" altLang="en-US"/>
              <a:t>攻略：攻略列表、详情、发布、我的攻略。</a:t>
            </a:r>
          </a:p>
          <a:p>
            <a:r>
              <a:rPr lang="zh-CN" altLang="en-US"/>
              <a:t>订单：门票预约、二维码支付模拟、我的订单。</a:t>
            </a:r>
          </a:p>
        </p:txBody>
      </p:sp>
    </p:spTree>
    <p:extLst>
      <p:ext uri="{BB962C8B-B14F-4D97-AF65-F5344CB8AC3E}">
        <p14:creationId xmlns:p14="http://schemas.microsoft.com/office/powerpoint/2010/main" val="274229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18D13-83AA-8A5D-653E-8C845C5A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后台已完成管理功能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C8882C-0253-A3FC-0030-A16649FF12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用户管理、公告管理、轮播图管理。</a:t>
            </a:r>
          </a:p>
          <a:p>
            <a:r>
              <a:rPr lang="zh-CN" altLang="en-US" dirty="0"/>
              <a:t>动物分类、动物信息、动物地点管理。</a:t>
            </a:r>
          </a:p>
          <a:p>
            <a:r>
              <a:rPr lang="zh-CN" altLang="en-US"/>
              <a:t>论坛帖子、帖子分类、评论、点赞、收藏、举报管理。</a:t>
            </a:r>
          </a:p>
          <a:p>
            <a:r>
              <a:rPr lang="zh-CN" altLang="en-US" dirty="0"/>
              <a:t>生态保护资讯、旅游景点、旅游攻略、攻略分类管理。</a:t>
            </a:r>
          </a:p>
          <a:p>
            <a:r>
              <a:rPr lang="zh-CN" altLang="en-US" dirty="0"/>
              <a:t>门票管理、门票订单管理。</a:t>
            </a:r>
          </a:p>
        </p:txBody>
      </p:sp>
    </p:spTree>
    <p:extLst>
      <p:ext uri="{BB962C8B-B14F-4D97-AF65-F5344CB8AC3E}">
        <p14:creationId xmlns:p14="http://schemas.microsoft.com/office/powerpoint/2010/main" val="870146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CEA9D5-9E5D-843A-B148-4916CADD3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关键实现成果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7F8D83-9C1E-DC42-0A05-DFE9385E3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已建立较完整的数据实体、控制器与业务服务。</a:t>
            </a:r>
          </a:p>
          <a:p>
            <a:r>
              <a:rPr lang="zh-CN" altLang="en-US"/>
              <a:t>已实现订单编号生成、库存扣减与取消返还。</a:t>
            </a:r>
          </a:p>
          <a:p>
            <a:r>
              <a:rPr lang="zh-CN" altLang="en-US"/>
              <a:t>已实现订单超时处理定时任务，具备进一步完善基础。</a:t>
            </a:r>
          </a:p>
          <a:p>
            <a:r>
              <a:rPr lang="zh-CN" altLang="en-US"/>
              <a:t>已集成 </a:t>
            </a:r>
            <a:r>
              <a:rPr lang="en-US" altLang="zh-CN"/>
              <a:t>AI </a:t>
            </a:r>
            <a:r>
              <a:rPr lang="zh-CN" altLang="en-US"/>
              <a:t>问答前后端接口和浮动入口组件。</a:t>
            </a:r>
          </a:p>
          <a:p>
            <a:r>
              <a:rPr lang="zh-CN" altLang="en-US"/>
              <a:t>已支持图文内容发布与文件上传。</a:t>
            </a:r>
          </a:p>
        </p:txBody>
      </p:sp>
    </p:spTree>
    <p:extLst>
      <p:ext uri="{BB962C8B-B14F-4D97-AF65-F5344CB8AC3E}">
        <p14:creationId xmlns:p14="http://schemas.microsoft.com/office/powerpoint/2010/main" val="42768372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31EDE7-DEAF-0488-8B11-89BD4D79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待完成的功能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CDBB0E-6D6D-59B6-F205-D2AA60FE7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完善数据统计分析模块，并接入后台首页图表展示。</a:t>
            </a:r>
          </a:p>
          <a:p>
            <a:r>
              <a:rPr lang="zh-CN" altLang="en-US"/>
              <a:t>继续优化前后端联调、异常处理和页面细节。</a:t>
            </a:r>
          </a:p>
          <a:p>
            <a:r>
              <a:rPr lang="zh-CN" altLang="en-US"/>
              <a:t>补充接口测试、功能测试和关键流程验证。</a:t>
            </a:r>
          </a:p>
          <a:p>
            <a:r>
              <a:rPr lang="zh-CN" altLang="en-US"/>
              <a:t>完成 </a:t>
            </a:r>
            <a:r>
              <a:rPr lang="en-US" altLang="zh-CN"/>
              <a:t>AI </a:t>
            </a:r>
            <a:r>
              <a:rPr lang="zh-CN" altLang="en-US"/>
              <a:t>服务真实配置与效果调优。</a:t>
            </a:r>
          </a:p>
          <a:p>
            <a:r>
              <a:rPr lang="zh-CN" altLang="en-US"/>
              <a:t>同步推进论文撰写、截图整理和答辩材料收尾。</a:t>
            </a:r>
          </a:p>
        </p:txBody>
      </p:sp>
    </p:spTree>
    <p:extLst>
      <p:ext uri="{BB962C8B-B14F-4D97-AF65-F5344CB8AC3E}">
        <p14:creationId xmlns:p14="http://schemas.microsoft.com/office/powerpoint/2010/main" val="3421034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E904C3-A846-B28A-88FF-DA90FD913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存在的困难与问题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5F68F6-E45D-498B-1FA6-2124D2E35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业务模块较多，系统联调工作量较大。</a:t>
            </a:r>
          </a:p>
          <a:p>
            <a:r>
              <a:rPr lang="zh-CN" altLang="en-US"/>
              <a:t>部分前后端字段命名与展示逻辑仍需统一。</a:t>
            </a:r>
          </a:p>
          <a:p>
            <a:r>
              <a:rPr lang="zh-CN" altLang="en-US"/>
              <a:t>统计分析模块需要整合多业务表数据，设计复杂度较高。</a:t>
            </a:r>
          </a:p>
          <a:p>
            <a:r>
              <a:rPr lang="en-US" altLang="zh-CN"/>
              <a:t>AI </a:t>
            </a:r>
            <a:r>
              <a:rPr lang="zh-CN" altLang="en-US"/>
              <a:t>功能依赖外部接口与有效 </a:t>
            </a:r>
            <a:r>
              <a:rPr lang="en-US" altLang="zh-CN"/>
              <a:t>API Key</a:t>
            </a:r>
            <a:r>
              <a:rPr lang="zh-CN" altLang="en-US"/>
              <a:t>。</a:t>
            </a:r>
          </a:p>
          <a:p>
            <a:r>
              <a:rPr lang="zh-CN" altLang="en-US"/>
              <a:t>当前测试覆盖率不足，后续仍需补充。</a:t>
            </a:r>
          </a:p>
        </p:txBody>
      </p:sp>
    </p:spTree>
    <p:extLst>
      <p:ext uri="{BB962C8B-B14F-4D97-AF65-F5344CB8AC3E}">
        <p14:creationId xmlns:p14="http://schemas.microsoft.com/office/powerpoint/2010/main" val="16690625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B4293-DF42-5CD2-E65E-A010B2EF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目前完成情况评估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C6C30A-6ECC-CD6D-45DA-E07E29022B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系统主体框架和主要业务功能已经搭建完成。</a:t>
            </a:r>
          </a:p>
          <a:p>
            <a:r>
              <a:rPr lang="zh-CN" altLang="en-US"/>
              <a:t>已完成用户、动物、地点、门票、订单、社区、资讯、攻略等主要模块。</a:t>
            </a:r>
          </a:p>
          <a:p>
            <a:r>
              <a:rPr lang="zh-CN" altLang="en-US"/>
              <a:t>未完全完成部分主要集中在统计分析、测试完善和细节优化。</a:t>
            </a:r>
          </a:p>
          <a:p>
            <a:r>
              <a:rPr lang="zh-CN" altLang="en-US"/>
              <a:t>结合路由、接口和业务实现情况，当前整体完成度约为 </a:t>
            </a:r>
            <a:r>
              <a:rPr lang="en-US" altLang="zh-CN"/>
              <a:t>75% - 80%</a:t>
            </a:r>
            <a:r>
              <a:rPr lang="zh-CN" altLang="en-US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6796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8D5A7-C259-244B-DD34-E68726A1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下一阶段计划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B051BD-6ED5-1C40-0A43-729F05CF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完成统计分析模块与后台首页整合。</a:t>
            </a:r>
          </a:p>
          <a:p>
            <a:r>
              <a:rPr lang="zh-CN" altLang="en-US"/>
              <a:t>完成剩余模块联调与异常问题修复。</a:t>
            </a:r>
          </a:p>
          <a:p>
            <a:r>
              <a:rPr lang="zh-CN" altLang="en-US"/>
              <a:t>优化界面细节与移动端适配。</a:t>
            </a:r>
          </a:p>
          <a:p>
            <a:r>
              <a:rPr lang="zh-CN" altLang="en-US"/>
              <a:t>完成 </a:t>
            </a:r>
            <a:r>
              <a:rPr lang="en-US" altLang="zh-CN"/>
              <a:t>AI </a:t>
            </a:r>
            <a:r>
              <a:rPr lang="zh-CN" altLang="en-US"/>
              <a:t>配置、测试补充和论文收尾。</a:t>
            </a:r>
          </a:p>
          <a:p>
            <a:r>
              <a:rPr lang="zh-CN" altLang="en-US"/>
              <a:t>准备最终答辩演示环境与材料。</a:t>
            </a:r>
          </a:p>
        </p:txBody>
      </p:sp>
    </p:spTree>
    <p:extLst>
      <p:ext uri="{BB962C8B-B14F-4D97-AF65-F5344CB8AC3E}">
        <p14:creationId xmlns:p14="http://schemas.microsoft.com/office/powerpoint/2010/main" val="3608407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0F5CF6-8852-F48C-783F-C5816990D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阶段总结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09C331-A75C-E0BE-38C7-E62450AD7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目前系统主要功能已基本成型，已具备中期检查与阶段演示条件。</a:t>
            </a:r>
          </a:p>
          <a:p>
            <a:r>
              <a:rPr lang="zh-CN" altLang="en-US"/>
              <a:t>后续重点是统计分析、系统优化、测试完善和论文收尾。</a:t>
            </a:r>
          </a:p>
          <a:p>
            <a:r>
              <a:rPr lang="zh-CN" altLang="en-US"/>
              <a:t>请各位老师批评指正。</a:t>
            </a:r>
          </a:p>
        </p:txBody>
      </p:sp>
    </p:spTree>
    <p:extLst>
      <p:ext uri="{BB962C8B-B14F-4D97-AF65-F5344CB8AC3E}">
        <p14:creationId xmlns:p14="http://schemas.microsoft.com/office/powerpoint/2010/main" val="2154852822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736</Words>
  <Application>Microsoft Office PowerPoint</Application>
  <PresentationFormat>宽屏</PresentationFormat>
  <Paragraphs>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平面</vt:lpstr>
      <vt:lpstr>基于 Spring Boot 的奇幻动物园预约管理系统的设计与实现</vt:lpstr>
      <vt:lpstr>课题背景与研究目标</vt:lpstr>
      <vt:lpstr>系统总体设计</vt:lpstr>
      <vt:lpstr>目前已完成的核心功能</vt:lpstr>
      <vt:lpstr>前台已完成页面</vt:lpstr>
      <vt:lpstr>后台已完成管理功能</vt:lpstr>
      <vt:lpstr>关键实现成果</vt:lpstr>
      <vt:lpstr>待完成的功能</vt:lpstr>
      <vt:lpstr>存在的困难与问题</vt:lpstr>
      <vt:lpstr>目前完成情况评估</vt:lpstr>
      <vt:lpstr>下一阶段计划</vt:lpstr>
      <vt:lpstr>阶段总结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文杰 邵</dc:creator>
  <cp:lastModifiedBy>文杰 邵</cp:lastModifiedBy>
  <cp:revision>2</cp:revision>
  <dcterms:created xsi:type="dcterms:W3CDTF">2026-03-20T16:39:48Z</dcterms:created>
  <dcterms:modified xsi:type="dcterms:W3CDTF">2026-03-20T16:43:41Z</dcterms:modified>
</cp:coreProperties>
</file>